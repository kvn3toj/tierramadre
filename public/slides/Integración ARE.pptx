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Montserrat SemiBold"/>
      <p:regular r:id="rId7"/>
      <p:bold r:id="rId8"/>
      <p:italic r:id="rId9"/>
      <p:boldItalic r:id="rId10"/>
    </p:embeddedFont>
    <p:embeddedFont>
      <p:font typeface="Montserrat Medium"/>
      <p:regular r:id="rId11"/>
      <p:bold r:id="rId12"/>
      <p:italic r:id="rId13"/>
      <p:boldItalic r:id="rId14"/>
    </p:embeddedFont>
    <p:embeddedFont>
      <p:font typeface="Montserrat ExtraLight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Medium-regular.fntdata"/><Relationship Id="rId10" Type="http://schemas.openxmlformats.org/officeDocument/2006/relationships/font" Target="fonts/MontserratSemiBold-boldItalic.fntdata"/><Relationship Id="rId13" Type="http://schemas.openxmlformats.org/officeDocument/2006/relationships/font" Target="fonts/MontserratMedium-italic.fntdata"/><Relationship Id="rId12" Type="http://schemas.openxmlformats.org/officeDocument/2006/relationships/font" Target="fonts/Montserrat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SemiBold-italic.fntdata"/><Relationship Id="rId15" Type="http://schemas.openxmlformats.org/officeDocument/2006/relationships/font" Target="fonts/MontserratExtraLight-regular.fntdata"/><Relationship Id="rId14" Type="http://schemas.openxmlformats.org/officeDocument/2006/relationships/font" Target="fonts/MontserratMedium-boldItalic.fntdata"/><Relationship Id="rId17" Type="http://schemas.openxmlformats.org/officeDocument/2006/relationships/font" Target="fonts/MontserratExtraLight-italic.fntdata"/><Relationship Id="rId16" Type="http://schemas.openxmlformats.org/officeDocument/2006/relationships/font" Target="fonts/MontserratExtra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MontserratExtraLight-boldItalic.fntdata"/><Relationship Id="rId7" Type="http://schemas.openxmlformats.org/officeDocument/2006/relationships/font" Target="fonts/MontserratSemiBold-regular.fntdata"/><Relationship Id="rId8" Type="http://schemas.openxmlformats.org/officeDocument/2006/relationships/font" Target="fonts/Montserrat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fa85a6b4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fa85a6b4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hyperlink" Target="https://docs.google.com/presentation/d/1LKGSnQl2yEeHhhupIYhs8Kz-0-SL_5VMkYb96raWW70/edit?usp=drivesdk" TargetMode="External"/><Relationship Id="rId5" Type="http://schemas.openxmlformats.org/officeDocument/2006/relationships/hyperlink" Target="https://docs.google.com/presentation/d/1T1UPOKRLlyjeZjZ6uT5JuzkUCeIBbWxkqSvZatlps9c/edit?slide=id.p#slide=id.p" TargetMode="External"/><Relationship Id="rId6" Type="http://schemas.openxmlformats.org/officeDocument/2006/relationships/hyperlink" Target="https://docs.google.com/presentation/d/1mn2fgoNXXjwU1xG57D9G8OSm1kWqsvT02pHDsNXIr4U/edit?usp=drivesdk" TargetMode="External"/><Relationship Id="rId7" Type="http://schemas.openxmlformats.org/officeDocument/2006/relationships/hyperlink" Target="https://docs.google.com/presentation/d/1KvZ7X-rhgW7iS2JsPEYveYr72ghIIFqgsLJB7RALbOU/edit?slide=id.g614b630b3a3d3c5e_52#slide=id.g614b630b3a3d3c5e_52" TargetMode="External"/><Relationship Id="rId8" Type="http://schemas.openxmlformats.org/officeDocument/2006/relationships/hyperlink" Target="https://www.canva.com/design/DAG2ZcirBo4/_uTofqMNOzFr_JwE2_v-gQ/view?utm_content=DAG2ZcirBo4&amp;utm_campaign=designshare&amp;utm_medium=link2&amp;utm_source=uniquelinks&amp;utlId=h459656cc25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86" y="77948"/>
            <a:ext cx="9143999" cy="4987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LOGO ARE TRUST(Verde)-V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0900" y="2219951"/>
            <a:ext cx="1150828" cy="57540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3714507" y="830975"/>
            <a:ext cx="1703100" cy="4167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  <p:txBody>
          <a:bodyPr anchorCtr="0" anchor="ctr" bIns="75600" lIns="75600" spcFirstLastPara="1" rIns="75600" wrap="square" tIns="7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157" u="sng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Visión Compartida</a:t>
            </a:r>
            <a:endParaRPr i="1" sz="1157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909">
                <a:solidFill>
                  <a:schemeClr val="dk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(CEO)</a:t>
            </a:r>
            <a:endParaRPr i="1" sz="909">
              <a:solidFill>
                <a:schemeClr val="dk1"/>
              </a:solidFill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sp>
        <p:nvSpPr>
          <p:cNvPr id="57" name="Google Shape;57;p13">
            <a:hlinkClick r:id="rId5"/>
          </p:cNvPr>
          <p:cNvSpPr/>
          <p:nvPr/>
        </p:nvSpPr>
        <p:spPr>
          <a:xfrm>
            <a:off x="5683810" y="1687414"/>
            <a:ext cx="1703100" cy="4581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  <p:txBody>
          <a:bodyPr anchorCtr="0" anchor="ctr" bIns="75600" lIns="75600" spcFirstLastPara="1" rIns="75600" wrap="square" tIns="7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157" u="sng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Exportadores</a:t>
            </a:r>
            <a:r>
              <a:rPr i="1" lang="es-419" sz="1157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i="1" sz="1157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909">
                <a:solidFill>
                  <a:schemeClr val="dk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(Negocio Conjunto)</a:t>
            </a:r>
            <a:endParaRPr i="1" sz="909">
              <a:solidFill>
                <a:schemeClr val="dk1"/>
              </a:solidFill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sp>
        <p:nvSpPr>
          <p:cNvPr id="58" name="Google Shape;58;p13">
            <a:hlinkClick r:id="rId6"/>
          </p:cNvPr>
          <p:cNvSpPr/>
          <p:nvPr/>
        </p:nvSpPr>
        <p:spPr>
          <a:xfrm>
            <a:off x="5683810" y="2972199"/>
            <a:ext cx="1703100" cy="4581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  <p:txBody>
          <a:bodyPr anchorCtr="0" anchor="ctr" bIns="75600" lIns="75600" spcFirstLastPara="1" rIns="75600" wrap="square" tIns="7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157" u="sng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Acceso Total</a:t>
            </a:r>
            <a:endParaRPr i="1" sz="1157" u="sng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909">
                <a:solidFill>
                  <a:schemeClr val="dk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(Joyeros)</a:t>
            </a:r>
            <a:endParaRPr i="1" sz="909">
              <a:solidFill>
                <a:schemeClr val="dk1"/>
              </a:solidFill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sp>
        <p:nvSpPr>
          <p:cNvPr id="59" name="Google Shape;59;p13">
            <a:hlinkClick r:id="rId7"/>
          </p:cNvPr>
          <p:cNvSpPr/>
          <p:nvPr/>
        </p:nvSpPr>
        <p:spPr>
          <a:xfrm>
            <a:off x="3685930" y="3973550"/>
            <a:ext cx="1703100" cy="4167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  <p:txBody>
          <a:bodyPr anchorCtr="0" anchor="ctr" bIns="75600" lIns="75600" spcFirstLastPara="1" rIns="75600" wrap="square" tIns="7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157" u="sng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Tierra Madre</a:t>
            </a:r>
            <a:endParaRPr i="1" sz="1157" u="sng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909">
                <a:solidFill>
                  <a:schemeClr val="dk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(Adopta una esmeralda)</a:t>
            </a:r>
            <a:endParaRPr i="1" sz="909">
              <a:solidFill>
                <a:schemeClr val="dk1"/>
              </a:solidFill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sp>
        <p:nvSpPr>
          <p:cNvPr id="60" name="Google Shape;60;p13">
            <a:hlinkClick r:id="rId8"/>
          </p:cNvPr>
          <p:cNvSpPr/>
          <p:nvPr/>
        </p:nvSpPr>
        <p:spPr>
          <a:xfrm>
            <a:off x="1669875" y="2993048"/>
            <a:ext cx="1703100" cy="4167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  <p:txBody>
          <a:bodyPr anchorCtr="0" anchor="ctr" bIns="75600" lIns="75600" spcFirstLastPara="1" rIns="75600" wrap="square" tIns="7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157" u="sng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Embajadores</a:t>
            </a:r>
            <a:endParaRPr i="1" sz="1157" u="sng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909">
                <a:solidFill>
                  <a:schemeClr val="dk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(Tierra Madre)</a:t>
            </a:r>
            <a:endParaRPr i="1" sz="909">
              <a:solidFill>
                <a:schemeClr val="dk1"/>
              </a:solidFill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sp>
        <p:nvSpPr>
          <p:cNvPr id="61" name="Google Shape;61;p13">
            <a:hlinkClick r:id="rId9"/>
          </p:cNvPr>
          <p:cNvSpPr/>
          <p:nvPr/>
        </p:nvSpPr>
        <p:spPr>
          <a:xfrm>
            <a:off x="1669875" y="1708253"/>
            <a:ext cx="1703100" cy="4167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  <p:txBody>
          <a:bodyPr anchorCtr="0" anchor="ctr" bIns="75600" lIns="75600" spcFirstLastPara="1" rIns="75600" wrap="square" tIns="7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157" u="sng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Gifts</a:t>
            </a:r>
            <a:endParaRPr i="1" sz="1157" u="sng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909">
                <a:solidFill>
                  <a:schemeClr val="dk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(Tierra Madre)</a:t>
            </a:r>
            <a:endParaRPr i="1" sz="909">
              <a:solidFill>
                <a:schemeClr val="dk1"/>
              </a:solidFill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